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4545" y="4987636"/>
            <a:ext cx="7481455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234545" y="1248987"/>
            <a:ext cx="5985164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Общие сведения проекта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34545" y="2327564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Название проекта: Крутой экзаменатор.</a:t>
            </a:r>
            <a:endParaRPr lang="en-US" sz="14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Цель: Создание платформы для управления учебными билетами и автоматизированного тестирования знаний через веб-интерфейс и голосового помощника Алису.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Управление пользователями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Регистрация: Создание аккаунта с уникальным логином и паролем. Аутентификация: Доступ к функционалу только после входа в систему.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Безопасность: Хеширование паролей с помощью werkzeug. security. Восстановление доступа: предусмотрена возможность сброса пароля в случае его забытья.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840480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Мониторинг активности: система отслеживает и регистрирует все действия пользователей для обеспечения дополнительной безопасности.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Управление контентом (веб-панель)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2427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Создание предметов: Возможность организации билетов по дисциплинам. Импорт билетов: Загрузка вопросов и ответов из. txt файлов (формат: Вопрос;Ответ). Управление: Удаление предметов вместе с привязанными к ним билетами. Автоматическая генерация новых билетов на основе существующих вопросов и ответов.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Возможность экспорта билетов в. txt файлы для дальнейшего использования.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Голосовой навык (интеграция с Алисой)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246909" y="1662545"/>
            <a:ext cx="9144000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Выбор предмета: Нечёткий поиск по названию (коэффициент сходства 0. 6). Процесс тестирования: Случайная выборка билетов из базы данных. Проверка ответов: Сравнение ответа пользователя с эталоном (порог сходства 0.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246909" y="4156364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65). Оценка результатов тестирования: подсчёт процента правильных ответов относительно общего числа попыток.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65818" y="4156364"/>
            <a:ext cx="4156364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Анализ данных: выявление типичных ошибок пользователей для последующей корректировки материалов.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Навигация голосового навыка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Навигация: Поддержка команд смены предмета ("назад", "стоп", "другой предмет") и пропуска вопроса ("дальше", "не знаю").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Пользователь может настроить удобные для себя комбинации клавиш для выполнения команд навигации.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3740727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Система автоматически сохраняет историю взаимодействий для удобства возврата к ранее просмотренным вопросам.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Технический стек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Язык: Python 3. x.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Фреймворк: Flask. База данных: SQLite + SQLAlchemy (ORM). Для управления формами и валидации данных используется библиотека Flask-WTF. Для тестирования приложения применяется фреймворк pytest.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Фронтенд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Фронтенд: HTML5, Bootstrap 5, Jinja2. Интеграция: Yandex Alice Skill API.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Для управления визуальными элементами используется CSS, а для создания шаблонов — Jinja2 в связке с Bootstrap 5. Для реализации функционала навыка применяется интеграция с библиотеками и фреймворками, соответствующими стандартам разработки.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Структура базы данных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Таблица User: id, username, password_hash. Таблица Subject: id, title, user_id (внешний ключ).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Таблица Ticket: id, question, answer, subject_id (внешний ключ). В таблице User хранится информация о пользователях системы. Таблицы Subject и Ticket обеспечивают связь между темами и вопросами пользователей.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Связи в базе данных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2078182"/>
            <a:ext cx="9975273" cy="432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Связи: Каскадное удаление (delete-orphan) для всех дочерних элементов.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3241964"/>
            <a:ext cx="9975273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Это позволяет избежать появления «сиротских» записей в базе данных. Полезно при удалении основного объекта, к которому привязаны зависимые элементы.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27" cy="581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6E3"/>
                </a:solidFill>
              </a:rPr>
              <a:t>Особенности реализации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Использование difflib для обработки естественного ввода пользователя. Управление контекстом диалога через session_state в API Алисы.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Применение декораторов Flask-Login для защиты маршрутов. Эффективное использование session_state позволяет сохранять состояние диалога между запросами пользователя.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Это обеспечивает непрерывность и последовательность взаимодействия с системой.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27" cy="7813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6E3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8E6E3"/>
                </a:solidFill>
              </a:rPr>
              <a:t>Спасибо за внимание. В этой презентации мы рассмотрели ключевые аспекты нашего проекта, включая управление пользователями и контентом, интеграцию с голосовым помощником Алисой, а также технический стек, фронтенд, структуру и связи в базе данных. Мы надеемся, что представленная информация была полезной и поможет вам лучше понять наши технологии и подходы.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2026-05-16T11:50:31Z</dcterms:created>
  <dcterms:modified xsi:type="dcterms:W3CDTF">2026-05-16T11:50:31Z</dcterms:modified>
</cp:coreProperties>
</file>