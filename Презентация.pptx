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246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4545" y="498763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234545" y="1248987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/>
              <a:t>Общие сведения проекта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34545" y="2327564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Название проекта: Крутой экзаменатор.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Цель: Создание платформы для управления учебными билетами и автоматизированного тестирования знаний через веб-интерфейс и голосового помощника Алису.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/>
              <a:t>Управление пользователями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417321"/>
            <a:ext cx="2978377" cy="1071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Регистрация: Создание аккаунта с уникальным логином и паролем. Аутентификация: Доступ к функционалу только после входа в систему.</a:t>
            </a:r>
          </a:p>
        </p:txBody>
      </p:sp>
      <p:sp>
        <p:nvSpPr>
          <p:cNvPr id="5" name="Text 2"/>
          <p:cNvSpPr/>
          <p:nvPr/>
        </p:nvSpPr>
        <p:spPr>
          <a:xfrm>
            <a:off x="1454727" y="2906273"/>
            <a:ext cx="2978377" cy="93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Безопасность: Хеширование паролей с помощью werkzeug. security. Восстановление доступа: предусмотрена возможность сброса пароля в случае его забытья.</a:t>
            </a:r>
          </a:p>
        </p:txBody>
      </p:sp>
      <p:sp>
        <p:nvSpPr>
          <p:cNvPr id="6" name="Text 3"/>
          <p:cNvSpPr/>
          <p:nvPr/>
        </p:nvSpPr>
        <p:spPr>
          <a:xfrm>
            <a:off x="1454727" y="3840480"/>
            <a:ext cx="2978377" cy="208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Мониторинг активности: система отслеживает и регистрирует все действия пользователей для обеспечения дополнительной безопасности.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524" y="1013611"/>
            <a:ext cx="2038163" cy="176431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8107" y="999606"/>
            <a:ext cx="2058865" cy="17601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7480" y="2929877"/>
            <a:ext cx="5012209" cy="23770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4370" y="3337710"/>
            <a:ext cx="5232602" cy="1316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7715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/>
              <a:t>Управление контентом (веб-панель)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2427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Создание предметов: Возможность организации билетов по дисциплинам. Импорт билетов: Загрузка вопросов и ответов из. txt файлов (формат: Вопрос;Ответ). Управление: Удаление предметов вместе с привязанными к ним билетами. Автоматическая генерация новых билетов на основе существующих вопросов и ответов.</a:t>
            </a:r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Возможность экспорта билетов в. txt файлы для дальнейшего использования.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727" y="4089861"/>
            <a:ext cx="4156364" cy="18235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/>
              <a:t>Голосовой навык (интеграция с Алисой)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3664725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400" dirty="0"/>
              <a:t>Выбор предмета: Нечёткий поиск по названию (коэффициент сходства 0. 6). Процесс тестирования: Случайная выборка билетов из базы данных. Проверка ответов: Сравнение ответа пользователя с эталоном (порог сходства 0</a:t>
            </a:r>
            <a:r>
              <a:rPr lang="en-US" sz="1400" dirty="0"/>
              <a:t>. 65). </a:t>
            </a:r>
            <a:r>
              <a:rPr lang="en-US" sz="1400" dirty="0" err="1"/>
              <a:t>Оценка</a:t>
            </a:r>
            <a:r>
              <a:rPr lang="en-US" sz="1400" dirty="0"/>
              <a:t> </a:t>
            </a:r>
            <a:r>
              <a:rPr lang="en-US" sz="1400" dirty="0" err="1"/>
              <a:t>результатов</a:t>
            </a:r>
            <a:r>
              <a:rPr lang="en-US" sz="1400" dirty="0"/>
              <a:t> </a:t>
            </a:r>
            <a:r>
              <a:rPr lang="en-US" sz="1400" dirty="0" err="1"/>
              <a:t>тестирования</a:t>
            </a:r>
            <a:r>
              <a:rPr lang="en-US" sz="1400" dirty="0"/>
              <a:t>: </a:t>
            </a:r>
            <a:r>
              <a:rPr lang="en-US" sz="1400" dirty="0" err="1"/>
              <a:t>подсчёт</a:t>
            </a:r>
            <a:r>
              <a:rPr lang="en-US" sz="1400" dirty="0"/>
              <a:t> </a:t>
            </a:r>
            <a:r>
              <a:rPr lang="en-US" sz="1400" dirty="0" err="1"/>
              <a:t>процента</a:t>
            </a:r>
            <a:r>
              <a:rPr lang="en-US" sz="1400" dirty="0"/>
              <a:t> </a:t>
            </a:r>
            <a:r>
              <a:rPr lang="en-US" sz="1400" dirty="0" err="1"/>
              <a:t>правильных</a:t>
            </a:r>
            <a:r>
              <a:rPr lang="en-US" sz="1400" dirty="0"/>
              <a:t> </a:t>
            </a:r>
            <a:r>
              <a:rPr lang="en-US" sz="1400" dirty="0" err="1"/>
              <a:t>ответов</a:t>
            </a:r>
            <a:r>
              <a:rPr lang="en-US" sz="1400" dirty="0"/>
              <a:t> </a:t>
            </a:r>
            <a:r>
              <a:rPr lang="en-US" sz="1400" dirty="0" err="1"/>
              <a:t>относительно</a:t>
            </a:r>
            <a:r>
              <a:rPr lang="en-US" sz="1400" dirty="0"/>
              <a:t> </a:t>
            </a:r>
            <a:r>
              <a:rPr lang="en-US" sz="1400" dirty="0" err="1"/>
              <a:t>общего</a:t>
            </a:r>
            <a:r>
              <a:rPr lang="en-US" sz="1400" dirty="0"/>
              <a:t> </a:t>
            </a:r>
            <a:r>
              <a:rPr lang="en-US" sz="1400" dirty="0" err="1"/>
              <a:t>числа</a:t>
            </a:r>
            <a:r>
              <a:rPr lang="en-US" sz="1400" dirty="0"/>
              <a:t> </a:t>
            </a:r>
            <a:r>
              <a:rPr lang="en-US" sz="1400" dirty="0" err="1"/>
              <a:t>попыток</a:t>
            </a:r>
            <a:r>
              <a:rPr lang="en-US" sz="1400" dirty="0"/>
              <a:t>.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246911" y="4241074"/>
            <a:ext cx="3664724" cy="332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endParaRPr lang="en-US" sz="14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204" y="1415653"/>
            <a:ext cx="6709225" cy="9385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/>
              <a:t>Навигация голосового навыка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2654286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Навигация: Поддержка команд смены предмета ("назад", "стоп", "другой предмет") и пропуска вопроса ("дальше", "не знаю").</a:t>
            </a:r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740727"/>
            <a:ext cx="2654286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Система автоматически сохраняет историю взаимодействий для удобства возврата к ранее просмотренным вопросам.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882" y="1417321"/>
            <a:ext cx="7439249" cy="70889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817" y="2543933"/>
            <a:ext cx="6287377" cy="533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/>
              <a:t>Технический стек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Язык: Python 3. x.</a:t>
            </a:r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Фреймворк: Flask. База данных: SQLite + SQLAlchemy (ORM). Для управления формами и валидации данных используется библиотека Flask-WTF</a:t>
            </a:r>
            <a:r>
              <a:rPr lang="en-US" sz="1400" dirty="0" smtClean="0"/>
              <a:t>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/>
              <a:t>Фронтенд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Фронтенд: HTML5, Bootstrap 5, Jinja2. Интеграция: </a:t>
            </a:r>
            <a:r>
              <a:rPr lang="en-US" sz="1400" dirty="0" err="1"/>
              <a:t>Yandex</a:t>
            </a:r>
            <a:r>
              <a:rPr lang="en-US" sz="1400" dirty="0"/>
              <a:t> </a:t>
            </a:r>
            <a:r>
              <a:rPr lang="en-US" sz="1400" dirty="0" smtClean="0"/>
              <a:t>Alice.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Для управления визуальными элементами используется CSS, а для создания шаблонов — Jinja2 в связке с Bootstrap 5. Для реализации функционала навыка применяется интеграция с библиотеками и фреймворками, соответствующими стандартам разработки.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/>
              <a:t>Структура базы данных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2098701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Таблица User: id, username, password_hash. Таблица Subject: id, title, user_id (внешний ключ).</a:t>
            </a:r>
          </a:p>
        </p:txBody>
      </p:sp>
      <p:sp>
        <p:nvSpPr>
          <p:cNvPr id="5" name="Text 2"/>
          <p:cNvSpPr/>
          <p:nvPr/>
        </p:nvSpPr>
        <p:spPr>
          <a:xfrm>
            <a:off x="1454728" y="3256511"/>
            <a:ext cx="2098700" cy="2681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Таблица Ticket: id, question, answer, subject_id (внешний ключ). В таблице User хранится информация о пользователях системы. Таблицы Subject и Ticket обеспечивают связь между темами и вопросами пользователей.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155" y="1357371"/>
            <a:ext cx="5238020" cy="187388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575" y="3476782"/>
            <a:ext cx="6227180" cy="123655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7258" y="4958861"/>
            <a:ext cx="6750911" cy="1058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/>
              <a:t>Связи в базе данных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Связи: Каскадное удаление (delete-orphan) для всех дочерних элементов.</a:t>
            </a:r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Это позволяет избежать появления «сиротских» записей в базе </a:t>
            </a:r>
            <a:r>
              <a:rPr lang="en-US" sz="1400" dirty="0" err="1"/>
              <a:t>данных</a:t>
            </a:r>
            <a:r>
              <a:rPr lang="en-US" sz="1400" dirty="0" smtClean="0"/>
              <a:t>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/>
              <a:t>Особенности реализации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Использование difflib для обработки естественного ввода пользователя. Управление контекстом диалога через session_state в API Алисы.</a:t>
            </a:r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Применение декораторов Flask-Login для защиты маршрутов. Эффективное использование session_state позволяет сохранять состояние диалога между запросами пользователя.</a:t>
            </a:r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/>
              <a:t>Это обеспечивает непрерывность и последовательность взаимодействия с системой.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06" y="3500142"/>
            <a:ext cx="3372321" cy="51442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36" y="4170911"/>
            <a:ext cx="3833290" cy="16674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414" y="3757353"/>
            <a:ext cx="3579172" cy="1060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/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481</Words>
  <Application>Microsoft Office PowerPoint</Application>
  <PresentationFormat>Широкоэкранный</PresentationFormat>
  <Paragraphs>43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Учащийся</cp:lastModifiedBy>
  <cp:revision>5</cp:revision>
  <dcterms:created xsi:type="dcterms:W3CDTF">2026-05-16T11:50:31Z</dcterms:created>
  <dcterms:modified xsi:type="dcterms:W3CDTF">2026-05-16T14:11:56Z</dcterms:modified>
</cp:coreProperties>
</file>